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9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8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0C85E-1BEC-887B-F8E5-2A12059F1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0E58E8-4183-F18D-1EFE-6158A8D71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6F7731-58C5-34CC-B8F8-6877AE4E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836228-33E4-F2EF-FCFB-FBA9AB33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73F41-E8D5-A127-04B1-B6411963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58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F5E41-8EC2-BC84-D934-2DD2E5A6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4A0DF-15E8-2F8D-C2A7-BA6549F61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DF547-889C-32D9-B912-EE5BAA41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09E26-86EA-6F3E-269F-7496E4A20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D7057-28C8-6FB6-306C-F235F21E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26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F6D17-790C-85AF-D216-E5CD32F8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C4F54B-100F-55F0-4396-448291486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BB606C-DD18-D0C2-2168-E5EC670E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64F00A-7045-4E9F-BD98-0F00B2D7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EDC322-1770-8A4A-F954-3F1FA3E1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65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DF302-0658-1BA0-E175-12693F28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BE67B-5A0E-DB87-A80E-E923F08F1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BF0977-BDFE-85B1-7430-9BBC571A4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50F568-90B5-B6E8-1407-FD49AAEF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61CD2E-D361-4434-47EA-D3BE7C1E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FE2181-6EA5-41C9-7291-4167C195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3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88402-757C-6198-8086-0E7C7BBE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9AF18A-E62C-EFCD-6867-651DFF5A9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7D0042-2FCE-9FAB-25DE-2E189ADDE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4AC5B5-1300-8F1F-96EC-F50078076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69D7E1-B7B3-6F96-F9BE-00FEB7A45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ABBA0C-F0B5-1ECF-4AA9-E7F330C4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B327B3-D64E-172D-96A8-A1817C74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9FB0AA-F587-95EF-BEFD-EB93A144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43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8436F-3E41-09C2-5CE3-D28D4127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54EF86-7970-BF24-6FF4-B887A5B2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E96787-C8A8-72EF-07E7-189D6437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D894AD-5615-D305-66CB-E5416536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96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CC61B8-17BA-6EAE-DEDF-EC1E07B3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0951E2-7E6C-C273-FC61-C3DC17A0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98C78C-75EC-6511-9E6C-9DBCEA2F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42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4C566-6672-DCDF-8C96-27DEFEE2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3AAD3-0EEC-C650-D05C-DFB0C507C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8E7B3E-48A9-C682-FEFD-CF0C059B6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3F58FD-349E-53C1-8A71-D6E547BC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31F5B8-463E-B335-FDDC-1CE6F95D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FC23C-7294-3301-4DEF-66F92D52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486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5EB2A-93E7-F4C5-1523-2AF09931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DDAAE4-1F07-3233-EA84-5689B3CF0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C20438-0F95-CC4A-8591-CBCA6C22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D6A204-9CBD-D0B1-A486-4D5E12B9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938E12-7FB4-6D2A-D133-547D4BB0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F53A6C-9AD4-EF2A-049F-009849CA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09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4D6EB-220C-75C6-7B2D-B0517BC7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E1B919-6B70-5337-5518-0DB092FC1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CC3AD9-B6FE-734B-255A-92C86969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77D07-5A2E-0EB7-C7E0-E3BA161F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857BB-82E4-76E9-8D54-E50FBEBD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64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EB77A1-39B7-82DF-50C8-1487815C1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D3D9B3-ECC4-DBE7-98B6-46D36208F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51ECD-1A99-F168-66EC-A6DAE509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624CB-99D5-E755-77BE-0B0D3844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93833-03C6-7BFD-6D10-E23EDB28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7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F8199E-9A1F-B9E9-0623-AFF3738D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DE8753-677A-B1B0-4ED0-4E442CEEF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77331C-17E8-4789-BB7C-3C9B6689D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47A4C-8B9B-4863-A2E5-9E014C27FFE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8246F-0E8F-FCA6-DE7C-CBF54A8F6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DAB7C-2FEB-8A9A-D85E-00C0F2B18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0B1CC-5DEE-4EC9-8BE1-AD03C56B2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5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476">
            <a:extLst>
              <a:ext uri="{FF2B5EF4-FFF2-40B4-BE49-F238E27FC236}">
                <a16:creationId xmlns:a16="http://schemas.microsoft.com/office/drawing/2014/main" id="{FA9BACCF-89E2-C72B-172F-6E2D38D96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52" y="995363"/>
            <a:ext cx="2976563" cy="243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그림 12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232453-6A79-B610-CCBD-4374DDF38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795" y="916854"/>
            <a:ext cx="2759079" cy="815491"/>
          </a:xfrm>
          <a:prstGeom prst="rect">
            <a:avLst/>
          </a:prstGeom>
        </p:spPr>
      </p:pic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F15694-65E8-59B9-2ABD-29581266E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797" y="2350339"/>
            <a:ext cx="2759077" cy="81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1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ChaeHwa Yoo</dc:creator>
  <cp:lastModifiedBy>ChaeHwa Yoo</cp:lastModifiedBy>
  <cp:revision>1</cp:revision>
  <dcterms:created xsi:type="dcterms:W3CDTF">2025-11-18T05:01:10Z</dcterms:created>
  <dcterms:modified xsi:type="dcterms:W3CDTF">2025-11-18T05:01:17Z</dcterms:modified>
</cp:coreProperties>
</file>